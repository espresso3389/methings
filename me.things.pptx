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94" d="100"/>
          <a:sy n="94" d="100"/>
        </p:scale>
        <p:origin x="92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FFAA7D-EDA2-8F73-B2B7-C9F69BB82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2014C08-9AC1-8D47-4EF0-DA756D7E5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5B24D5-F85E-DAED-2470-70049E24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AB09-14FB-4690-A40E-F29C369D25B4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460154-69C8-B393-6B2E-AD95770A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8D7D2F-8EF1-CE30-3E69-B159C0E2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2675-9B6D-467D-9A4D-BF7997EE7D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8592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2F9CBA-DAF3-F7C7-E210-FE4485ECB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CA0598-1FEF-9FE2-46E9-7A52BFD7F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62B013-2DA8-2F35-E3D2-CB526D30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AB09-14FB-4690-A40E-F29C369D25B4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9E4E45-F74C-C3DF-D6AD-E5825FB4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97A82C-1BE7-3465-EEAF-47A0334B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2675-9B6D-467D-9A4D-BF7997EE7D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2066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578E26-6286-08D3-1E1B-7FD45535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0B2565-BD9F-5A90-FFDE-D2DE1546C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AF1DE-E17F-2D93-B5CE-9AD06A420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AB09-14FB-4690-A40E-F29C369D25B4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602094-5130-F39B-4C48-E3FD2F12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80FEC0-EE40-48D4-C888-F42010ED2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2675-9B6D-467D-9A4D-BF7997EE7D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036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0E5489-0255-93DB-E2BD-6F35D195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8FFC71-CBF5-553E-A94A-E6DDACE30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0EED13-4737-6371-46A9-19ADC2C445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AB705F-A1FD-50DA-D35D-BB5E86C8E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AB09-14FB-4690-A40E-F29C369D25B4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73186A-0FC1-8313-A2E3-9628B28DE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B6537A-2ABC-72CF-9472-A3EC2ABB3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2675-9B6D-467D-9A4D-BF7997EE7D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2851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B948D9-D333-1692-FEE3-51E22EB6F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F7C22A-5E14-DC18-A10D-AC35D2947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0053AB4-B06B-B393-2391-E85B5D5D6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502607-2E1A-0B1D-7181-823D3E523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91F834A-B95C-D207-AD42-8C0B85DA0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A82522F-F07C-9DF5-1883-9DEF54384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AB09-14FB-4690-A40E-F29C369D25B4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21DAB78-8887-2E0A-BBD5-3E964BAC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3EA0E80-C8C1-C1B0-E435-0797D5C5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2675-9B6D-467D-9A4D-BF7997EE7D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832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EFF573-BE69-B8EE-D7F2-4D663EAF9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A24E34-A475-C5B2-0985-19C53144B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AB09-14FB-4690-A40E-F29C369D25B4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774AF01-F631-6796-85A4-9DC00830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2796EF-14A2-0A43-A058-8EDA8892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2675-9B6D-467D-9A4D-BF7997EE7D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856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CF9CBF8-3AF2-62EE-C1E1-B669FA230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AB09-14FB-4690-A40E-F29C369D25B4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0D25F5E-E71D-0BF3-5E6A-692486925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B3FBF3-585D-0735-87FD-7AA799E64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2675-9B6D-467D-9A4D-BF7997EE7D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610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2EEF34-DFFB-2646-95F1-EF6CA5E7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17651A-133D-C347-29E1-70C4B6883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3ED1E6-C7AB-600F-1704-615FF9026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499C5B-51F2-280B-0C7B-F9F84F22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AB09-14FB-4690-A40E-F29C369D25B4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8D6093-EBD8-4E11-2FC2-BE2AB049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B82F20-9A27-23C3-830E-8ACB7B84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2675-9B6D-467D-9A4D-BF7997EE7D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99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77F5E9-1DFC-E866-7427-EA676DF09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1E7B0A6-0FEB-D31F-0220-8A11AD8536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791A7C0-6631-521C-B623-5AEDDBA4B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8E4580-80AC-3E2A-2884-DCB5D888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AB09-14FB-4690-A40E-F29C369D25B4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51DDA0-C4BA-8FEB-C434-D32A28CD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047CC2-4649-2D25-708C-157A4D87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2675-9B6D-467D-9A4D-BF7997EE7D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872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8ECAC-5052-AA4F-8D64-6EB07F14D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659F23-D753-FCF0-39ED-A1D474341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952025-8DD3-E466-2FEC-5366F842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AB09-14FB-4690-A40E-F29C369D25B4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D59EDC-6799-57DB-5E54-AC193CB15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6D96BA-1EFA-89D3-75A9-66919582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2675-9B6D-467D-9A4D-BF7997EE7D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549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782462D-2BA3-2A9F-9CC6-BE67F761B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00D485-96F8-CF82-D21F-65982D503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3CBDB9-4869-9C83-FF83-4FD9774E7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AB09-14FB-4690-A40E-F29C369D25B4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11E48E-FA19-3770-8D07-7EDF68C1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E95957-2746-7768-B0EC-41BE2F22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2675-9B6D-467D-9A4D-BF7997EE7D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612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B6FAC61-ECA4-E03A-8546-0066D4DD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57315A-74A3-81EE-6FFA-80374AE1B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05CE9D-B3A3-97F1-9AED-EF2646C8E8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FAB09-14FB-4690-A40E-F29C369D25B4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EEAB01-71D5-C712-917E-9A737F6E2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1CD78A-D1B2-59CD-51DF-D1FBA3B2E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12675-9B6D-467D-9A4D-BF7997EE7D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161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00BB385-3B0E-4363-EA9C-968C316417DA}"/>
              </a:ext>
            </a:extLst>
          </p:cNvPr>
          <p:cNvSpPr/>
          <p:nvPr/>
        </p:nvSpPr>
        <p:spPr>
          <a:xfrm>
            <a:off x="3051386" y="453813"/>
            <a:ext cx="5950373" cy="59503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BA94482C-AB04-730B-28EA-E30B54824223}"/>
              </a:ext>
            </a:extLst>
          </p:cNvPr>
          <p:cNvGrpSpPr/>
          <p:nvPr/>
        </p:nvGrpSpPr>
        <p:grpSpPr>
          <a:xfrm>
            <a:off x="4125728" y="2063681"/>
            <a:ext cx="3801688" cy="2730635"/>
            <a:chOff x="4366422" y="1581177"/>
            <a:chExt cx="3801688" cy="2730635"/>
          </a:xfrm>
        </p:grpSpPr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8A745BA2-0DD2-E79A-C6A5-A1606B271E81}"/>
                </a:ext>
              </a:extLst>
            </p:cNvPr>
            <p:cNvSpPr/>
            <p:nvPr/>
          </p:nvSpPr>
          <p:spPr>
            <a:xfrm>
              <a:off x="4366422" y="1581177"/>
              <a:ext cx="3801688" cy="2730635"/>
            </a:xfrm>
            <a:custGeom>
              <a:avLst/>
              <a:gdLst>
                <a:gd name="csX0" fmla="*/ 1900846 w 3801688"/>
                <a:gd name="csY0" fmla="*/ 0 h 2730635"/>
                <a:gd name="csX1" fmla="*/ 3003526 w 3801688"/>
                <a:gd name="csY1" fmla="*/ 656288 h 2730635"/>
                <a:gd name="csX2" fmla="*/ 3032913 w 3801688"/>
                <a:gd name="csY2" fmla="*/ 717292 h 2730635"/>
                <a:gd name="csX3" fmla="*/ 3261361 w 3801688"/>
                <a:gd name="csY3" fmla="*/ 717292 h 2730635"/>
                <a:gd name="csX4" fmla="*/ 3261361 w 3801688"/>
                <a:gd name="csY4" fmla="*/ 525220 h 2730635"/>
                <a:gd name="csX5" fmla="*/ 3801688 w 3801688"/>
                <a:gd name="csY5" fmla="*/ 525220 h 2730635"/>
                <a:gd name="csX6" fmla="*/ 3801688 w 3801688"/>
                <a:gd name="csY6" fmla="*/ 1620743 h 2730635"/>
                <a:gd name="csX7" fmla="*/ 3261361 w 3801688"/>
                <a:gd name="csY7" fmla="*/ 1620743 h 2730635"/>
                <a:gd name="csX8" fmla="*/ 3261361 w 3801688"/>
                <a:gd name="csY8" fmla="*/ 1440500 h 2730635"/>
                <a:gd name="csX9" fmla="*/ 3139517 w 3801688"/>
                <a:gd name="csY9" fmla="*/ 1440500 h 2730635"/>
                <a:gd name="csX10" fmla="*/ 3129404 w 3801688"/>
                <a:gd name="csY10" fmla="*/ 1506767 h 2730635"/>
                <a:gd name="csX11" fmla="*/ 2787583 w 3801688"/>
                <a:gd name="csY11" fmla="*/ 2140772 h 2730635"/>
                <a:gd name="csX12" fmla="*/ 2728393 w 3801688"/>
                <a:gd name="csY12" fmla="*/ 2194566 h 2730635"/>
                <a:gd name="csX13" fmla="*/ 2787582 w 3801688"/>
                <a:gd name="csY13" fmla="*/ 2207707 h 2730635"/>
                <a:gd name="csX14" fmla="*/ 3154881 w 3801688"/>
                <a:gd name="csY14" fmla="*/ 2424311 h 2730635"/>
                <a:gd name="csX15" fmla="*/ 3154880 w 3801688"/>
                <a:gd name="csY15" fmla="*/ 2730635 h 2730635"/>
                <a:gd name="csX16" fmla="*/ 646810 w 3801688"/>
                <a:gd name="csY16" fmla="*/ 2730635 h 2730635"/>
                <a:gd name="csX17" fmla="*/ 646810 w 3801688"/>
                <a:gd name="csY17" fmla="*/ 2424311 h 2730635"/>
                <a:gd name="csX18" fmla="*/ 1014109 w 3801688"/>
                <a:gd name="csY18" fmla="*/ 2207707 h 2730635"/>
                <a:gd name="csX19" fmla="*/ 1073299 w 3801688"/>
                <a:gd name="csY19" fmla="*/ 2194566 h 2730635"/>
                <a:gd name="csX20" fmla="*/ 1014110 w 3801688"/>
                <a:gd name="csY20" fmla="*/ 2140772 h 2730635"/>
                <a:gd name="csX21" fmla="*/ 672289 w 3801688"/>
                <a:gd name="csY21" fmla="*/ 1506767 h 2730635"/>
                <a:gd name="csX22" fmla="*/ 662175 w 3801688"/>
                <a:gd name="csY22" fmla="*/ 1440500 h 2730635"/>
                <a:gd name="csX23" fmla="*/ 540327 w 3801688"/>
                <a:gd name="csY23" fmla="*/ 1440500 h 2730635"/>
                <a:gd name="csX24" fmla="*/ 540327 w 3801688"/>
                <a:gd name="csY24" fmla="*/ 1620743 h 2730635"/>
                <a:gd name="csX25" fmla="*/ 0 w 3801688"/>
                <a:gd name="csY25" fmla="*/ 1620743 h 2730635"/>
                <a:gd name="csX26" fmla="*/ 0 w 3801688"/>
                <a:gd name="csY26" fmla="*/ 525220 h 2730635"/>
                <a:gd name="csX27" fmla="*/ 540327 w 3801688"/>
                <a:gd name="csY27" fmla="*/ 525220 h 2730635"/>
                <a:gd name="csX28" fmla="*/ 540327 w 3801688"/>
                <a:gd name="csY28" fmla="*/ 717292 h 2730635"/>
                <a:gd name="csX29" fmla="*/ 768779 w 3801688"/>
                <a:gd name="csY29" fmla="*/ 717292 h 2730635"/>
                <a:gd name="csX30" fmla="*/ 798167 w 3801688"/>
                <a:gd name="csY30" fmla="*/ 656288 h 2730635"/>
                <a:gd name="csX31" fmla="*/ 1900846 w 3801688"/>
                <a:gd name="csY31" fmla="*/ 0 h 27306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3801688" h="2730635">
                  <a:moveTo>
                    <a:pt x="1900846" y="0"/>
                  </a:moveTo>
                  <a:cubicBezTo>
                    <a:pt x="2376998" y="0"/>
                    <a:pt x="2791168" y="265373"/>
                    <a:pt x="3003526" y="656288"/>
                  </a:cubicBezTo>
                  <a:lnTo>
                    <a:pt x="3032913" y="717292"/>
                  </a:lnTo>
                  <a:lnTo>
                    <a:pt x="3261361" y="717292"/>
                  </a:lnTo>
                  <a:lnTo>
                    <a:pt x="3261361" y="525220"/>
                  </a:lnTo>
                  <a:lnTo>
                    <a:pt x="3801688" y="525220"/>
                  </a:lnTo>
                  <a:lnTo>
                    <a:pt x="3801688" y="1620743"/>
                  </a:lnTo>
                  <a:lnTo>
                    <a:pt x="3261361" y="1620743"/>
                  </a:lnTo>
                  <a:lnTo>
                    <a:pt x="3261361" y="1440500"/>
                  </a:lnTo>
                  <a:lnTo>
                    <a:pt x="3139517" y="1440500"/>
                  </a:lnTo>
                  <a:lnTo>
                    <a:pt x="3129404" y="1506767"/>
                  </a:lnTo>
                  <a:cubicBezTo>
                    <a:pt x="3079289" y="1751671"/>
                    <a:pt x="2957785" y="1970570"/>
                    <a:pt x="2787583" y="2140772"/>
                  </a:cubicBezTo>
                  <a:lnTo>
                    <a:pt x="2728393" y="2194566"/>
                  </a:lnTo>
                  <a:lnTo>
                    <a:pt x="2787582" y="2207707"/>
                  </a:lnTo>
                  <a:cubicBezTo>
                    <a:pt x="3014518" y="2263141"/>
                    <a:pt x="3154881" y="2339722"/>
                    <a:pt x="3154881" y="2424311"/>
                  </a:cubicBezTo>
                  <a:lnTo>
                    <a:pt x="3154880" y="2730635"/>
                  </a:lnTo>
                  <a:lnTo>
                    <a:pt x="646810" y="2730635"/>
                  </a:lnTo>
                  <a:lnTo>
                    <a:pt x="646810" y="2424311"/>
                  </a:lnTo>
                  <a:cubicBezTo>
                    <a:pt x="646810" y="2339722"/>
                    <a:pt x="787174" y="2263141"/>
                    <a:pt x="1014109" y="2207707"/>
                  </a:cubicBezTo>
                  <a:lnTo>
                    <a:pt x="1073299" y="2194566"/>
                  </a:lnTo>
                  <a:lnTo>
                    <a:pt x="1014110" y="2140772"/>
                  </a:lnTo>
                  <a:cubicBezTo>
                    <a:pt x="843908" y="1970570"/>
                    <a:pt x="722404" y="1751671"/>
                    <a:pt x="672289" y="1506767"/>
                  </a:cubicBezTo>
                  <a:lnTo>
                    <a:pt x="662175" y="1440500"/>
                  </a:lnTo>
                  <a:lnTo>
                    <a:pt x="540327" y="1440500"/>
                  </a:lnTo>
                  <a:lnTo>
                    <a:pt x="540327" y="1620743"/>
                  </a:lnTo>
                  <a:lnTo>
                    <a:pt x="0" y="1620743"/>
                  </a:lnTo>
                  <a:lnTo>
                    <a:pt x="0" y="525220"/>
                  </a:lnTo>
                  <a:lnTo>
                    <a:pt x="540327" y="525220"/>
                  </a:lnTo>
                  <a:lnTo>
                    <a:pt x="540327" y="717292"/>
                  </a:lnTo>
                  <a:lnTo>
                    <a:pt x="768779" y="717292"/>
                  </a:lnTo>
                  <a:lnTo>
                    <a:pt x="798167" y="656288"/>
                  </a:lnTo>
                  <a:cubicBezTo>
                    <a:pt x="1010524" y="265373"/>
                    <a:pt x="1424695" y="0"/>
                    <a:pt x="1900846" y="0"/>
                  </a:cubicBezTo>
                  <a:close/>
                </a:path>
              </a:pathLst>
            </a:custGeom>
            <a:noFill/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058D1220-9B9C-EC08-A192-792888CCF57D}"/>
                </a:ext>
              </a:extLst>
            </p:cNvPr>
            <p:cNvSpPr/>
            <p:nvPr/>
          </p:nvSpPr>
          <p:spPr>
            <a:xfrm>
              <a:off x="4904509" y="2298700"/>
              <a:ext cx="2726575" cy="723900"/>
            </a:xfrm>
            <a:prstGeom prst="rect">
              <a:avLst/>
            </a:prstGeom>
            <a:noFill/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5997D3D5-EFAC-75D9-AB2B-88A0010EE223}"/>
                </a:ext>
              </a:extLst>
            </p:cNvPr>
            <p:cNvSpPr/>
            <p:nvPr/>
          </p:nvSpPr>
          <p:spPr>
            <a:xfrm>
              <a:off x="5613400" y="2523984"/>
              <a:ext cx="260350" cy="260350"/>
            </a:xfrm>
            <a:prstGeom prst="ellipse">
              <a:avLst/>
            </a:prstGeom>
            <a:noFill/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D5F93D8C-D2FB-4B7A-DA7D-5FC08E0C0875}"/>
                </a:ext>
              </a:extLst>
            </p:cNvPr>
            <p:cNvSpPr/>
            <p:nvPr/>
          </p:nvSpPr>
          <p:spPr>
            <a:xfrm>
              <a:off x="6699250" y="2523984"/>
              <a:ext cx="260350" cy="260350"/>
            </a:xfrm>
            <a:prstGeom prst="ellipse">
              <a:avLst/>
            </a:prstGeom>
            <a:noFill/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4233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Takashi Kawasaki</dc:creator>
  <cp:lastModifiedBy>Takashi Kawasaki</cp:lastModifiedBy>
  <cp:revision>3</cp:revision>
  <dcterms:created xsi:type="dcterms:W3CDTF">2026-02-12T17:14:39Z</dcterms:created>
  <dcterms:modified xsi:type="dcterms:W3CDTF">2026-02-12T17:41:00Z</dcterms:modified>
</cp:coreProperties>
</file>